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36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Data-Driven</a:t>
            </a:r>
            <a:endParaRPr lang="en-US" sz="4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Analytics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36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guessing to knowing — real-time business intelligence for WooCommerce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36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8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CartFlow Analytics Platform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36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e-commerce businesses operate blind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36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  Revenue grows but profit shrinks — and nobody notices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1036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  Marketing spend with zero accountability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1036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  Overstocking wrong products, understocking winners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1036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  Operational issues discovered months too late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1036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  All customers treated equally — top spenders ignored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1036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  Decisions based on gut feeling, not data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4 Pillars of Analytics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36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CartFlow transforms raw data into actionable business intelligence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e2e8f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828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Health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"Am I profitable?"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64592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e2e8f0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828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8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Efficiency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9184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"Are operations smooth?"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e2e8f0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828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95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2648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Intelligence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2648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my business growing?"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61120" y="164592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e2e8f0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0" y="1828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D7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96112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Decisions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6112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should I do next?"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1: Financial Health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36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charts that answer "Am I making money?"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3152" cy="822960"/>
          </a:xfrm>
          <a:prstGeom prst="rect">
            <a:avLst/>
          </a:prstGeom>
          <a:solidFill>
            <a:srgbClr val="12B88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vs Costs vs Profit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profit at a glance. A store doing $50K revenue but $48K costs = only $2K profit.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operating at a loss without knowing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73152" cy="822960"/>
          </a:xfrm>
          <a:prstGeom prst="rect">
            <a:avLst/>
          </a:prstGeom>
          <a:solidFill>
            <a:srgbClr val="7950F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Breakdown by Category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where every dollar goes. Marketing 40% of costs but 10% of sales? Cut it.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651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95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spending on what generates ROI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73152" cy="822960"/>
          </a:xfrm>
          <a:prstGeom prst="rect">
            <a:avLst/>
          </a:prstGeom>
          <a:solidFill>
            <a:srgbClr val="15AAB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 Trend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3886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Margins dropping 35% to 22% over 6 months = alarm. Caught early, you adjust.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A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margin erosion before it kills the business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2: Operational Efficiency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36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your order pipeline health in real-time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424160" cy="228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Status Distribution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30% stuck in processing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7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Warehouse bottleneck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Cancellation rate &gt; 5%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Product or shipping issues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Low completion rate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Fulfillment bottleneck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High refund rate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7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Quality or expectation mismatch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1148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“Every cancelled order costs 2-3x its value in processing, shipping, and lost trust.”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3: Growth Intelligence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36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charts that reveal your growth trajectory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Order Value (AOV)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AOV = upselling works. Falling = too many discounts.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228BE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645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+$5 AOV on 1000 orders/month = $60K/year extra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60604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06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Products by Revenue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more winners. Drop low performers. Never run out of bestsellers.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697480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228BE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6974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products drive 60-80% of revenue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657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Lifetime Value (CLV)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best customers with loyalty programs and priority support.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749040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228BE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7490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20% customers = 60-80% of revenue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4: Strategic Decision-Making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36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removes emotion from business decisions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Store Comparison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e2e8f0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"I think Store B is doing well"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2918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Equal budget across all stores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7490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Guessing which store needs help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194560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e2e8f0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286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8346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"Store B generates 3x more revenue per order"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32918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Budget allocated by ROI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37490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Underperformers identified instantly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ROI of Analytics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36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numbers, real impact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424160" cy="1097280"/>
          </a:xfrm>
          <a:prstGeom prst="roundRect">
            <a:avLst>
              <a:gd name="adj" fmla="val 12500"/>
            </a:avLst>
          </a:prstGeom>
          <a:solidFill>
            <a:srgbClr val="12B88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7373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business with $500K/year revenue that improves margin by 5%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better analytics = $25,000/year straight to profit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improvement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3017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0" y="3017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$25K/year on $500K revenue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AOV increase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3520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+$5/order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3520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$60K/year on 1000 orders/month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cancellations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4023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4023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2-3x per cancelled order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526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optimization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0" y="4526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-20% waste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4526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winners, drop losers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36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performance, designed for clarity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8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Interactive Charts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with responsive design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8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Synced from WooCommerce via webhooks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8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Selector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Daily, weekly, monthly, yearly views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8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all stores in one dashboard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8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Mobile-ready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responsive design, touch-friendly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611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8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Tracking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expense categories with templates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8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API-driven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backend with MongoDB aggregation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434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8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authentication, role-based access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92608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Decisions. Real Business Impact.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384048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8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CartFlow Analytics • cartflow.smartlabtec.com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Benefits of Data-Driven E-Commerce Analytics</dc:subject>
  <dc:creator>CartFlow Analytics</dc:creator>
  <cp:lastModifiedBy>CartFlow Analytics</cp:lastModifiedBy>
  <cp:revision>1</cp:revision>
  <dcterms:created xsi:type="dcterms:W3CDTF">2026-03-15T11:42:45Z</dcterms:created>
  <dcterms:modified xsi:type="dcterms:W3CDTF">2026-03-15T11:42:45Z</dcterms:modified>
</cp:coreProperties>
</file>